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皆さん、こんにちは。本日は「セキュアハブ」をご紹介します。組織のセキュリティ文化そのものを変革するプラットフォームです。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状を見てみましょう。従業員の70%以上がリスク行動を自覚しながら利便性を優先。データ侵害の88%は認証情報の窃取が原因で、平均コストは440万ドルです。しかし多くの企業の教育は年1回のeラーニングだけ。これでは行動は変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Gap分析から4つの根本課題が見えました。報告忌避文化、経営層の関与不足、形式的な教育、当事者意識の欠如。すべてが技術ではなく「組織文化」の問題です。文化を変える仕組みが必要です。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、既存サービスとの違いを整理します。セキュリオなどの既存サービスは「教育・テスト・訓練」で知識を定着させるのが主軸です。一方、セキュアハブは「報告文化・脅威共有・当事者意識」という文化変革が主軸。脅威情報のAI要約配信、匿名Q&amp;A、チャンピオン制度は既存サービスにない独自機能です。つまり、両者は競合ではなく補完関係。教育と文化変革の両輪で、組織を強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SecureHubは3本の柱で構成されています。報告文化、脅威共有、当事者意識。目指すのは、セキュリティを「やらされること」から「みんなで取り組むこと」に変えることです。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機能は5つ。ワンクリック報告、脅威情報フィード、匿名Q&amp;A、チャンピオン管理、経営ダッシュボード。「気づく、報告する、学ぶ、共有する、守る」。このサイクルが日常になることで、セキュリティが文化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告機能の核心は「ハードルを下げる」こと。ワンクリックで匿名報告、AIが自動トリアージ。報告後は感謝メッセージが届き、「報告してよかった」と思える体験を設計しています。脅威情報フィードでは、IPAやJPCERT等の情報をAIが自動要約。専門知識がなくても、最新の脅威が分かりやすく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報告画面です。カテゴリを選んで、匿名トグルをオンにすれば完全匿名。詳細は任意入力、スクリーンショットも添付可能。送信ボタンを押すだけで完了です。とにかくシンプルに。心理的ハードルを下げることにこだわ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経営層向けダッシュボードです。リスクスコア72点、月間報告156件、平均報告時間47分。すべての数値が改善トレンド。部門別の報告状況も一目で分かります。このダッシュボードで経営層のコミットメントが高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期待される効果。インシデント報告がゼロから月50件以上に。報告時間は数日から1時間以内に。SANS成熟度をLevel 4に引き上げます。開発は4フェーズ、7ヶ月。MVPは2ヶ月で稼働。SecureHubで、セキュリティを「みんなのこと」に。組織の文化を、一緒に変えていきましょう。ご清聴ありがとうございました。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6B6D4"/>
                </a:solidFill>
              </a:defRPr>
            </a:pPr>
            <a:r>
              <a:t>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SecureHub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セキュリティ文化を変える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インシデント報告 &amp; セキュリティ文化醸成プラットフォーム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⚠ セキュリティの現状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組織が直面している深刻な課題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70%+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リスクある行動を自認する従業員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Proofpoint State of the Phish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盗まれた認証情報が関与するデータ侵害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Verizon DBIR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30352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$4.4M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データ侵害の世界平均コスト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IBM Cost of a Data Breach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30352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年1回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多くの企業のセキュリティ教育の実態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形式的なeラーニング受講のみ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🔍 Gap分析：根本課題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現状とあるべき姿の間に横たわる4つの課題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1188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報告忌避文化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ミスの報告が叱責につながる恐怖。インシデントが隠蔽され、検知が遅延する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188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経営層の関与不足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セキュリティをIT部門の問題と矮小化。予算・人員の優先度が低い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5303520" cy="1188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54864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形式的な教育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年1回のeラーニング。受講率だけがKPI、行動変容を測定しない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303520" cy="1188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4864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当事者意識の欠如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「セキュリティはIT部門の仕事」。全員の責任という意識が根付いていない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754880"/>
            <a:ext cx="9418320" cy="640080"/>
          </a:xfrm>
          <a:prstGeom prst="roundRect">
            <a:avLst/>
          </a:prstGeom>
          <a:solidFill>
            <a:srgbClr val="0A2E4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共通するのは「組織文化」の問題 — 技術だけでは解決できない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⚖ 既存サービスとの違い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教育型サービスとの差別化 — SecureHubが埋める空白領域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743200" cy="502920"/>
          </a:xfrm>
          <a:prstGeom prst="roundRect">
            <a:avLst/>
          </a:prstGeom>
          <a:solidFill>
            <a:srgbClr val="1A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機能・観点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4389120" cy="502920"/>
          </a:xfrm>
          <a:prstGeom prst="round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既存サービス（セキュリオ等）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4389120" cy="502920"/>
          </a:xfrm>
          <a:prstGeom prst="roundRect">
            <a:avLst/>
          </a:prstGeom>
          <a:solidFill>
            <a:srgbClr val="0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08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SecureHub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274320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主軸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659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教育・訓練・テスト（知識定着）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9659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</a:defRPr>
            </a:pPr>
            <a:r>
              <a:t>報告文化・脅威共有・当事者意識（文化変革）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23160"/>
            <a:ext cx="2743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教育・テスト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4231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468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✓ 100種以上の教材、リテラシースコア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4231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468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― 対象外（既存サービスと併用想定）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80360"/>
            <a:ext cx="274320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フィッシング訓練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8803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926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✓ 標的型攻撃メール訓練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8803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926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― 対象外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37560"/>
            <a:ext cx="2743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インシデント報告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3375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フィッシング報告機能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33375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</a:defRPr>
            </a:pPr>
            <a:r>
              <a:t>✓ ワンクリック+匿名+AI自動トリアージ+感謝FB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94760"/>
            <a:ext cx="274320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脅威情報のAI要約配信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7947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― なし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7947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</a:defRPr>
            </a:pPr>
            <a:r>
              <a:t>✓ IPA/JPCERT等からAI自動要約＋全社配信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251960"/>
            <a:ext cx="27432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匿名Q&amp;A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42519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297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― なし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4251960"/>
            <a:ext cx="43891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297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</a:defRPr>
            </a:pPr>
            <a:r>
              <a:t>✓ AIチャットボット＋ナレッジベース化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09160"/>
            <a:ext cx="274320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チャンピオン制度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0" y="47091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― なし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4709160"/>
            <a:ext cx="4389120" cy="457200"/>
          </a:xfrm>
          <a:prstGeom prst="round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</a:defRPr>
            </a:pPr>
            <a:r>
              <a:t>✓ 部門別リーダー管理・表彰・コミュニティ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0A2E4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37667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🧩 「教育で知識を付ける」既存サービスと、「文化を変える」SecureHubは補完関係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💡 SecureHubのコンセプト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「セキュリティは全員の責任」を日常の行動に変える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560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🚩 報告文化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ワンクリックで報告。匿名対応。</a:t>
            </a:r>
            <a:br/>
            <a:r>
              <a:t>報告者を称賛し、</a:t>
            </a:r>
            <a:br/>
            <a:r>
              <a:t>心理的安全性を確保する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2560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📰 脅威共有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最新の脅威情報を全員に</a:t>
            </a:r>
            <a:br/>
            <a:r>
              <a:t>リアルタイム配信。</a:t>
            </a:r>
            <a:br/>
            <a:r>
              <a:t>AI要約で誰でも理解できる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474720" cy="2560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👥 当事者意識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チャンピオン制度で各部門に</a:t>
            </a:r>
            <a:br/>
            <a:r>
              <a:t>リーダーを。セキュリティを</a:t>
            </a:r>
            <a:br/>
            <a:r>
              <a:t>「みんなのこと」に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572000"/>
            <a:ext cx="9418320" cy="640080"/>
          </a:xfrm>
          <a:prstGeom prst="roundRect">
            <a:avLst/>
          </a:prstGeom>
          <a:solidFill>
            <a:srgbClr val="0A2E4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❝ セキュリティを「やらされること」から「みんなで取り組むこと」へ 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📦 5つの主要機能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1031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</a:defRPr>
            </a:pPr>
            <a:r>
              <a:t>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ワンクリック報告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メールアドイン連携</a:t>
            </a:r>
            <a:br/>
            <a:r>
              <a:t>匿名報告対応</a:t>
            </a:r>
            <a:br/>
            <a:r>
              <a:t>AI自動トリアージ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188720"/>
            <a:ext cx="21031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</a:defRPr>
            </a:pPr>
            <a: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脅威情報フィード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自動収集・AI要約</a:t>
            </a:r>
            <a:br/>
            <a:r>
              <a:t>週次ダイジェスト</a:t>
            </a:r>
            <a:br/>
            <a:r>
              <a:t>緊急アラート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188720"/>
            <a:ext cx="21031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</a:defRPr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匿名Q&amp;A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匿名質問投稿</a:t>
            </a:r>
            <a:br/>
            <a:r>
              <a:t>AIチャットボット</a:t>
            </a:r>
            <a:br/>
            <a:r>
              <a:t>ナレッジベース化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188720"/>
            <a:ext cx="21031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チャンピオン管理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活動ログ管理</a:t>
            </a:r>
            <a:br/>
            <a:r>
              <a:t>バッジ・表彰</a:t>
            </a:r>
            <a:br/>
            <a:r>
              <a:t>コミュニティ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188720"/>
            <a:ext cx="2103120" cy="2286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325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経営ダッシュボード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リスクスコア</a:t>
            </a:r>
            <a:br/>
            <a:r>
              <a:t>部門別比較</a:t>
            </a:r>
            <a:br/>
            <a:r>
              <a:t>自動レポート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11064240" cy="7315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👁 気づく    →    🚩 報告する    →    🧠 学ぶ    →    🔗 共有する    →    🛡 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🚩 報告機能 &amp; 📡 脅威フィード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🚩 ワンクリックインシデント報告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メールアドイン: Outlook/Gmailにワンクリック報告ボタン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匿名報告: 実名/匿名を選択可能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AI自動トリアージ: 緊急度を自動分類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感謝フィードバック: 報告者に感謝 + 対応状況通知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📡 セキュリティニュース・脅威情報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自動収集: IPA, JPCERT/CC等からRSS/API連携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AI要約: 非技術者向けに平易に要約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週次ダイジェスト: Slack/Teams/メールで配信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● 緊急アラート: 重大脅威のプッシュ通知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1106424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📧 不審メール発見    →    ☝ ワンクリック報告    →    🤖 AI自動トリアージ    →    ❤ 感謝フィードバック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🖥 デモ：インシデント報告画面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● ● ●  🔒 securehub.example.com/report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🚩 インシデント報告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83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安心して報告してください。あなたの報告が組織を守ります。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</a:defRPr>
            </a:pPr>
            <a:r>
              <a:t>カテゴリを選択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651760"/>
            <a:ext cx="1463040" cy="502920"/>
          </a:xfrm>
          <a:prstGeom prst="roundRect">
            <a:avLst/>
          </a:prstGeom>
          <a:solidFill>
            <a:srgbClr val="0A2E4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D3EE"/>
                </a:solidFill>
              </a:defRPr>
            </a:pPr>
            <a:r>
              <a:t>📧 不審メール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51760"/>
            <a:ext cx="14630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📞 不審な電話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14630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🚪 物理セキュリティ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246120"/>
            <a:ext cx="14630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💾 データ関連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246120"/>
            <a:ext cx="14630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💻 デバイス紛失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14630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... その他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</a:defRPr>
            </a:pPr>
            <a:r>
              <a:t>🔘 匿名で報告する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</a:defRPr>
            </a:pPr>
            <a:r>
              <a:t>詳細（任意）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51760"/>
            <a:ext cx="43891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7432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件名に「アカウント確認のお願い」とある</a:t>
            </a:r>
            <a:br/>
            <a:r>
              <a:t>メールが届きました。</a:t>
            </a:r>
            <a:br/>
            <a:r>
              <a:t>リンク先のURLが不審です...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438912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📎 スクリーンショットを添付（任意）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20640"/>
            <a:ext cx="2011680" cy="4572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✈ 報告を送信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📊 デモ：経営層ダッシュボード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● ● ●  🔒 securehub.example.com/dashboard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セキュリティ文化ダッシュボード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2026年3月 | 📥 PDF出力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286000"/>
            <a:ext cx="21945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ヒューマンリスクスコア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</a:defRPr>
            </a:pPr>
            <a:r>
              <a:t>↑ +8 先月比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2286000"/>
            <a:ext cx="21945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月間報告件数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</a:defRPr>
            </a:pPr>
            <a:r>
              <a:t>↑ +23% 先月比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21945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47min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平均報告時間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</a:defRPr>
            </a:pPr>
            <a:r>
              <a:t>↓ -15min 先月比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86000"/>
            <a:ext cx="21945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80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エンゲージメント率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</a:defRPr>
            </a:pPr>
            <a:r>
              <a:t>↑ +5% 先月比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3749039"/>
            <a:ext cx="96012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📊 部門別報告件数（月次推移）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5001768"/>
            <a:ext cx="777240" cy="5760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営業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4590288"/>
            <a:ext cx="777240" cy="9875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開発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261104"/>
            <a:ext cx="777240" cy="13167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837176"/>
            <a:ext cx="777240" cy="7406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人事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425696"/>
            <a:ext cx="777240" cy="115214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企画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672584"/>
            <a:ext cx="777240" cy="9052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製造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4096512"/>
            <a:ext cx="777240" cy="14813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919472"/>
            <a:ext cx="777240" cy="6583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法務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4754880"/>
            <a:ext cx="77724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経理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507992"/>
            <a:ext cx="777240" cy="10698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56235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総務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🚀 期待される効果とロードマップ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474720" cy="11887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</a:defRPr>
            </a:pPr>
            <a:r>
              <a:t>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 → 50+件/月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インシデント報告件数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11887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</a:defRPr>
            </a:pPr>
            <a: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数日 → 1時間以内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平均報告時間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474720" cy="11887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Lv.2 → Lv.4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SANS成熟度レベル（2年目標）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43200"/>
            <a:ext cx="2651760" cy="21031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2651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</a:defRPr>
            </a:pPr>
            <a:r>
              <a:t>0〜2ヶ月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MVP開発</a:t>
            </a:r>
            <a:br/>
            <a:r>
              <a:t>ワンクリック報告</a:t>
            </a:r>
            <a:br/>
            <a:r>
              <a:t>基本ダッシュボード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743200"/>
            <a:ext cx="2651760" cy="21031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743200"/>
            <a:ext cx="26517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154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</a:defRPr>
            </a:pPr>
            <a:r>
              <a:t>2〜4ヶ月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4747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ニュースフィード</a:t>
            </a:r>
            <a:br/>
            <a:r>
              <a:t>Q&amp;A機能</a:t>
            </a:r>
            <a:br/>
            <a:r>
              <a:t>Slack/Teams連携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743200"/>
            <a:ext cx="2651760" cy="21031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54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</a:defRPr>
            </a:pPr>
            <a:r>
              <a:t>4〜5.5ヶ月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747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チャンピオン管理</a:t>
            </a:r>
            <a:br/>
            <a:r>
              <a:t>表彰・バッジ</a:t>
            </a:r>
            <a:br/>
            <a:r>
              <a:t>経営ダッシュボード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2743200"/>
            <a:ext cx="2651760" cy="21031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274320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154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5.5〜7ヶ月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4747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AIチャットボット</a:t>
            </a:r>
            <a:br/>
            <a:r>
              <a:t>自動トリアージ</a:t>
            </a:r>
            <a:br/>
            <a:r>
              <a:t>ニュースAI要約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🛡 SecureHub — セキュリティを「みんなのこと」に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